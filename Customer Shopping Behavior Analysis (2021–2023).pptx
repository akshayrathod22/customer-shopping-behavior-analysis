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Rathod" userId="8a891901104b4ed1" providerId="LiveId" clId="{04D56FB1-090B-4548-BC86-D531E97986C1}"/>
    <pc:docChg chg="custSel addSld modSld">
      <pc:chgData name="Akshay Rathod" userId="8a891901104b4ed1" providerId="LiveId" clId="{04D56FB1-090B-4548-BC86-D531E97986C1}" dt="2025-12-18T07:35:31.560" v="436" actId="20577"/>
      <pc:docMkLst>
        <pc:docMk/>
      </pc:docMkLst>
      <pc:sldChg chg="modSp mod">
        <pc:chgData name="Akshay Rathod" userId="8a891901104b4ed1" providerId="LiveId" clId="{04D56FB1-090B-4548-BC86-D531E97986C1}" dt="2025-12-18T07:35:31.560" v="436" actId="20577"/>
        <pc:sldMkLst>
          <pc:docMk/>
          <pc:sldMk cId="109012898" sldId="256"/>
        </pc:sldMkLst>
        <pc:spChg chg="mod">
          <ac:chgData name="Akshay Rathod" userId="8a891901104b4ed1" providerId="LiveId" clId="{04D56FB1-090B-4548-BC86-D531E97986C1}" dt="2025-12-17T15:55:23.595" v="61" actId="1076"/>
          <ac:spMkLst>
            <pc:docMk/>
            <pc:sldMk cId="109012898" sldId="256"/>
            <ac:spMk id="6" creationId="{39488877-5733-3F16-FC39-9D8C5ADE6552}"/>
          </ac:spMkLst>
        </pc:spChg>
        <pc:spChg chg="mod">
          <ac:chgData name="Akshay Rathod" userId="8a891901104b4ed1" providerId="LiveId" clId="{04D56FB1-090B-4548-BC86-D531E97986C1}" dt="2025-12-17T16:04:23.445" v="167" actId="12"/>
          <ac:spMkLst>
            <pc:docMk/>
            <pc:sldMk cId="109012898" sldId="256"/>
            <ac:spMk id="7" creationId="{B733E52D-251C-1441-5B8B-61C097CDAB90}"/>
          </ac:spMkLst>
        </pc:spChg>
        <pc:spChg chg="mod">
          <ac:chgData name="Akshay Rathod" userId="8a891901104b4ed1" providerId="LiveId" clId="{04D56FB1-090B-4548-BC86-D531E97986C1}" dt="2025-12-18T07:35:31.560" v="436" actId="20577"/>
          <ac:spMkLst>
            <pc:docMk/>
            <pc:sldMk cId="109012898" sldId="256"/>
            <ac:spMk id="8" creationId="{88F3AB52-D9E5-1C3A-B1AF-1E5383DA0F9A}"/>
          </ac:spMkLst>
        </pc:spChg>
      </pc:sldChg>
      <pc:sldChg chg="addSp delSp modSp mod">
        <pc:chgData name="Akshay Rathod" userId="8a891901104b4ed1" providerId="LiveId" clId="{04D56FB1-090B-4548-BC86-D531E97986C1}" dt="2025-12-17T17:25:30.767" v="388" actId="12"/>
        <pc:sldMkLst>
          <pc:docMk/>
          <pc:sldMk cId="1749431807" sldId="257"/>
        </pc:sldMkLst>
        <pc:spChg chg="add del mod">
          <ac:chgData name="Akshay Rathod" userId="8a891901104b4ed1" providerId="LiveId" clId="{04D56FB1-090B-4548-BC86-D531E97986C1}" dt="2025-12-17T17:19:41.914" v="344" actId="478"/>
          <ac:spMkLst>
            <pc:docMk/>
            <pc:sldMk cId="1749431807" sldId="257"/>
            <ac:spMk id="2" creationId="{10C942AB-427F-6639-ECB0-DB3DDDFA30D1}"/>
          </ac:spMkLst>
        </pc:spChg>
        <pc:spChg chg="add mod">
          <ac:chgData name="Akshay Rathod" userId="8a891901104b4ed1" providerId="LiveId" clId="{04D56FB1-090B-4548-BC86-D531E97986C1}" dt="2025-12-17T17:23:05.553" v="357" actId="1076"/>
          <ac:spMkLst>
            <pc:docMk/>
            <pc:sldMk cId="1749431807" sldId="257"/>
            <ac:spMk id="3" creationId="{71C21C4F-2329-6806-60B3-F4DE9D6B22EA}"/>
          </ac:spMkLst>
        </pc:spChg>
        <pc:spChg chg="del mod">
          <ac:chgData name="Akshay Rathod" userId="8a891901104b4ed1" providerId="LiveId" clId="{04D56FB1-090B-4548-BC86-D531E97986C1}" dt="2025-12-17T17:19:23.517" v="340"/>
          <ac:spMkLst>
            <pc:docMk/>
            <pc:sldMk cId="1749431807" sldId="257"/>
            <ac:spMk id="5" creationId="{DF450675-36E9-2AC1-E14F-44057D064D71}"/>
          </ac:spMkLst>
        </pc:spChg>
        <pc:spChg chg="add mod">
          <ac:chgData name="Akshay Rathod" userId="8a891901104b4ed1" providerId="LiveId" clId="{04D56FB1-090B-4548-BC86-D531E97986C1}" dt="2025-12-17T17:21:05.843" v="347" actId="1076"/>
          <ac:spMkLst>
            <pc:docMk/>
            <pc:sldMk cId="1749431807" sldId="257"/>
            <ac:spMk id="6" creationId="{44F6DA7F-A604-31A9-A7C0-1D7D5C4BE7EF}"/>
          </ac:spMkLst>
        </pc:spChg>
        <pc:spChg chg="add mod">
          <ac:chgData name="Akshay Rathod" userId="8a891901104b4ed1" providerId="LiveId" clId="{04D56FB1-090B-4548-BC86-D531E97986C1}" dt="2025-12-17T17:25:30.767" v="388" actId="12"/>
          <ac:spMkLst>
            <pc:docMk/>
            <pc:sldMk cId="1749431807" sldId="257"/>
            <ac:spMk id="7" creationId="{946DF5A3-83C2-6DCB-EE99-FBCBA324E7D0}"/>
          </ac:spMkLst>
        </pc:spChg>
        <pc:spChg chg="mod">
          <ac:chgData name="Akshay Rathod" userId="8a891901104b4ed1" providerId="LiveId" clId="{04D56FB1-090B-4548-BC86-D531E97986C1}" dt="2025-12-17T17:23:09.660" v="358" actId="1076"/>
          <ac:spMkLst>
            <pc:docMk/>
            <pc:sldMk cId="1749431807" sldId="257"/>
            <ac:spMk id="8" creationId="{B6E16E18-D3B6-08C1-6079-E52EB951F526}"/>
          </ac:spMkLst>
        </pc:spChg>
        <pc:spChg chg="mod">
          <ac:chgData name="Akshay Rathod" userId="8a891901104b4ed1" providerId="LiveId" clId="{04D56FB1-090B-4548-BC86-D531E97986C1}" dt="2025-12-17T17:24:09.775" v="377" actId="1076"/>
          <ac:spMkLst>
            <pc:docMk/>
            <pc:sldMk cId="1749431807" sldId="257"/>
            <ac:spMk id="9" creationId="{52E4F397-BAF1-7213-21F7-D844E10F8425}"/>
          </ac:spMkLst>
        </pc:spChg>
        <pc:picChg chg="add mod">
          <ac:chgData name="Akshay Rathod" userId="8a891901104b4ed1" providerId="LiveId" clId="{04D56FB1-090B-4548-BC86-D531E97986C1}" dt="2025-12-17T16:18:40.081" v="278" actId="1076"/>
          <ac:picMkLst>
            <pc:docMk/>
            <pc:sldMk cId="1749431807" sldId="257"/>
            <ac:picMk id="11" creationId="{B5462711-56BA-0BE1-E52F-2E27314C8BEB}"/>
          </ac:picMkLst>
        </pc:picChg>
        <pc:picChg chg="add mod">
          <ac:chgData name="Akshay Rathod" userId="8a891901104b4ed1" providerId="LiveId" clId="{04D56FB1-090B-4548-BC86-D531E97986C1}" dt="2025-12-17T17:23:00.195" v="356" actId="1076"/>
          <ac:picMkLst>
            <pc:docMk/>
            <pc:sldMk cId="1749431807" sldId="257"/>
            <ac:picMk id="13" creationId="{F0667037-FCE9-51B7-E725-A851BE75A6A5}"/>
          </ac:picMkLst>
        </pc:picChg>
        <pc:picChg chg="add mod">
          <ac:chgData name="Akshay Rathod" userId="8a891901104b4ed1" providerId="LiveId" clId="{04D56FB1-090B-4548-BC86-D531E97986C1}" dt="2025-12-17T17:24:13.791" v="378" actId="1076"/>
          <ac:picMkLst>
            <pc:docMk/>
            <pc:sldMk cId="1749431807" sldId="257"/>
            <ac:picMk id="15" creationId="{529937C7-D779-7ABF-62AC-45C5736E64EE}"/>
          </ac:picMkLst>
        </pc:picChg>
      </pc:sldChg>
      <pc:sldChg chg="modSp mod">
        <pc:chgData name="Akshay Rathod" userId="8a891901104b4ed1" providerId="LiveId" clId="{04D56FB1-090B-4548-BC86-D531E97986C1}" dt="2025-12-17T16:09:57.571" v="229" actId="12"/>
        <pc:sldMkLst>
          <pc:docMk/>
          <pc:sldMk cId="2139966166" sldId="258"/>
        </pc:sldMkLst>
        <pc:spChg chg="mod">
          <ac:chgData name="Akshay Rathod" userId="8a891901104b4ed1" providerId="LiveId" clId="{04D56FB1-090B-4548-BC86-D531E97986C1}" dt="2025-12-17T16:09:57.571" v="229" actId="12"/>
          <ac:spMkLst>
            <pc:docMk/>
            <pc:sldMk cId="2139966166" sldId="258"/>
            <ac:spMk id="7" creationId="{C7EF5DB2-55DC-AD6A-72E8-33E9DEE5F370}"/>
          </ac:spMkLst>
        </pc:spChg>
      </pc:sldChg>
      <pc:sldChg chg="addSp delSp modSp mod">
        <pc:chgData name="Akshay Rathod" userId="8a891901104b4ed1" providerId="LiveId" clId="{04D56FB1-090B-4548-BC86-D531E97986C1}" dt="2025-12-17T16:34:13.950" v="319" actId="1076"/>
        <pc:sldMkLst>
          <pc:docMk/>
          <pc:sldMk cId="577371068" sldId="259"/>
        </pc:sldMkLst>
        <pc:spChg chg="del">
          <ac:chgData name="Akshay Rathod" userId="8a891901104b4ed1" providerId="LiveId" clId="{04D56FB1-090B-4548-BC86-D531E97986C1}" dt="2025-12-17T15:46:09.306" v="0"/>
          <ac:spMkLst>
            <pc:docMk/>
            <pc:sldMk cId="577371068" sldId="259"/>
            <ac:spMk id="2" creationId="{9F7418E9-04DE-7F77-5027-013F99BF23AA}"/>
          </ac:spMkLst>
        </pc:spChg>
        <pc:spChg chg="del mod">
          <ac:chgData name="Akshay Rathod" userId="8a891901104b4ed1" providerId="LiveId" clId="{04D56FB1-090B-4548-BC86-D531E97986C1}" dt="2025-12-17T15:47:02.141" v="5"/>
          <ac:spMkLst>
            <pc:docMk/>
            <pc:sldMk cId="577371068" sldId="259"/>
            <ac:spMk id="3" creationId="{135968C0-8398-3984-252B-2A5D6A4F486A}"/>
          </ac:spMkLst>
        </pc:spChg>
        <pc:spChg chg="add mod">
          <ac:chgData name="Akshay Rathod" userId="8a891901104b4ed1" providerId="LiveId" clId="{04D56FB1-090B-4548-BC86-D531E97986C1}" dt="2025-12-17T15:57:03.609" v="71" actId="1076"/>
          <ac:spMkLst>
            <pc:docMk/>
            <pc:sldMk cId="577371068" sldId="259"/>
            <ac:spMk id="4" creationId="{1D0DFF5A-6307-7FD2-A627-1F1502107139}"/>
          </ac:spMkLst>
        </pc:spChg>
        <pc:spChg chg="add mod">
          <ac:chgData name="Akshay Rathod" userId="8a891901104b4ed1" providerId="LiveId" clId="{04D56FB1-090B-4548-BC86-D531E97986C1}" dt="2025-12-17T16:09:26.749" v="219" actId="1036"/>
          <ac:spMkLst>
            <pc:docMk/>
            <pc:sldMk cId="577371068" sldId="259"/>
            <ac:spMk id="5" creationId="{3E90A883-571A-72AB-C667-239B9CB201FB}"/>
          </ac:spMkLst>
        </pc:spChg>
        <pc:spChg chg="add mod">
          <ac:chgData name="Akshay Rathod" userId="8a891901104b4ed1" providerId="LiveId" clId="{04D56FB1-090B-4548-BC86-D531E97986C1}" dt="2025-12-17T16:09:15.789" v="215" actId="12"/>
          <ac:spMkLst>
            <pc:docMk/>
            <pc:sldMk cId="577371068" sldId="259"/>
            <ac:spMk id="6" creationId="{35A1DDF2-08E0-8DB1-80D6-F955FE94C3AD}"/>
          </ac:spMkLst>
        </pc:spChg>
        <pc:spChg chg="add mod">
          <ac:chgData name="Akshay Rathod" userId="8a891901104b4ed1" providerId="LiveId" clId="{04D56FB1-090B-4548-BC86-D531E97986C1}" dt="2025-12-17T16:09:23.223" v="217" actId="12"/>
          <ac:spMkLst>
            <pc:docMk/>
            <pc:sldMk cId="577371068" sldId="259"/>
            <ac:spMk id="7" creationId="{BCE3ED65-D04F-6724-71FD-860F9DCE63C3}"/>
          </ac:spMkLst>
        </pc:spChg>
        <pc:picChg chg="add del mod">
          <ac:chgData name="Akshay Rathod" userId="8a891901104b4ed1" providerId="LiveId" clId="{04D56FB1-090B-4548-BC86-D531E97986C1}" dt="2025-12-17T16:25:59.744" v="303" actId="478"/>
          <ac:picMkLst>
            <pc:docMk/>
            <pc:sldMk cId="577371068" sldId="259"/>
            <ac:picMk id="9" creationId="{645B0E03-3448-541C-2A6D-FD38ECCECC37}"/>
          </ac:picMkLst>
        </pc:picChg>
        <pc:picChg chg="add mod">
          <ac:chgData name="Akshay Rathod" userId="8a891901104b4ed1" providerId="LiveId" clId="{04D56FB1-090B-4548-BC86-D531E97986C1}" dt="2025-12-17T16:27:05.198" v="308" actId="1076"/>
          <ac:picMkLst>
            <pc:docMk/>
            <pc:sldMk cId="577371068" sldId="259"/>
            <ac:picMk id="11" creationId="{1FBE233A-0BAD-625A-D4C9-047FDBF570A7}"/>
          </ac:picMkLst>
        </pc:picChg>
        <pc:picChg chg="add mod">
          <ac:chgData name="Akshay Rathod" userId="8a891901104b4ed1" providerId="LiveId" clId="{04D56FB1-090B-4548-BC86-D531E97986C1}" dt="2025-12-17T16:28:02.289" v="312" actId="1076"/>
          <ac:picMkLst>
            <pc:docMk/>
            <pc:sldMk cId="577371068" sldId="259"/>
            <ac:picMk id="13" creationId="{151795E7-D677-B7E7-9441-F1C294C89884}"/>
          </ac:picMkLst>
        </pc:picChg>
        <pc:picChg chg="add mod">
          <ac:chgData name="Akshay Rathod" userId="8a891901104b4ed1" providerId="LiveId" clId="{04D56FB1-090B-4548-BC86-D531E97986C1}" dt="2025-12-17T16:34:13.950" v="319" actId="1076"/>
          <ac:picMkLst>
            <pc:docMk/>
            <pc:sldMk cId="577371068" sldId="259"/>
            <ac:picMk id="15" creationId="{0EE7DC5B-DCF3-CCFC-30B6-A7750EB71B3E}"/>
          </ac:picMkLst>
        </pc:picChg>
      </pc:sldChg>
      <pc:sldChg chg="addSp delSp modSp new mod">
        <pc:chgData name="Akshay Rathod" userId="8a891901104b4ed1" providerId="LiveId" clId="{04D56FB1-090B-4548-BC86-D531E97986C1}" dt="2025-12-17T16:08:46.576" v="207" actId="12"/>
        <pc:sldMkLst>
          <pc:docMk/>
          <pc:sldMk cId="2511640808" sldId="260"/>
        </pc:sldMkLst>
        <pc:spChg chg="del">
          <ac:chgData name="Akshay Rathod" userId="8a891901104b4ed1" providerId="LiveId" clId="{04D56FB1-090B-4548-BC86-D531E97986C1}" dt="2025-12-17T15:49:11.712" v="21"/>
          <ac:spMkLst>
            <pc:docMk/>
            <pc:sldMk cId="2511640808" sldId="260"/>
            <ac:spMk id="2" creationId="{52B64E61-BE04-7EDC-C888-3B0FBCA05643}"/>
          </ac:spMkLst>
        </pc:spChg>
        <pc:spChg chg="del">
          <ac:chgData name="Akshay Rathod" userId="8a891901104b4ed1" providerId="LiveId" clId="{04D56FB1-090B-4548-BC86-D531E97986C1}" dt="2025-12-17T15:49:33.326" v="24" actId="931"/>
          <ac:spMkLst>
            <pc:docMk/>
            <pc:sldMk cId="2511640808" sldId="260"/>
            <ac:spMk id="3" creationId="{75220870-CBBA-B915-D40B-FD429B421A6B}"/>
          </ac:spMkLst>
        </pc:spChg>
        <pc:spChg chg="add mod">
          <ac:chgData name="Akshay Rathod" userId="8a891901104b4ed1" providerId="LiveId" clId="{04D56FB1-090B-4548-BC86-D531E97986C1}" dt="2025-12-17T15:49:59.301" v="31" actId="1076"/>
          <ac:spMkLst>
            <pc:docMk/>
            <pc:sldMk cId="2511640808" sldId="260"/>
            <ac:spMk id="4" creationId="{52491B9F-F59E-69D7-C6F2-821A1DDBB67A}"/>
          </ac:spMkLst>
        </pc:spChg>
        <pc:spChg chg="add mod">
          <ac:chgData name="Akshay Rathod" userId="8a891901104b4ed1" providerId="LiveId" clId="{04D56FB1-090B-4548-BC86-D531E97986C1}" dt="2025-12-17T16:08:46.576" v="207" actId="12"/>
          <ac:spMkLst>
            <pc:docMk/>
            <pc:sldMk cId="2511640808" sldId="260"/>
            <ac:spMk id="7" creationId="{E6F5D699-B6FA-D976-1098-EDE387773B62}"/>
          </ac:spMkLst>
        </pc:spChg>
        <pc:picChg chg="add mod">
          <ac:chgData name="Akshay Rathod" userId="8a891901104b4ed1" providerId="LiveId" clId="{04D56FB1-090B-4548-BC86-D531E97986C1}" dt="2025-12-17T15:57:11.944" v="72" actId="1076"/>
          <ac:picMkLst>
            <pc:docMk/>
            <pc:sldMk cId="2511640808" sldId="260"/>
            <ac:picMk id="6" creationId="{B433AE46-EB03-0DF9-B961-F415E92AEE74}"/>
          </ac:picMkLst>
        </pc:picChg>
      </pc:sldChg>
      <pc:sldChg chg="addSp delSp modSp new mod">
        <pc:chgData name="Akshay Rathod" userId="8a891901104b4ed1" providerId="LiveId" clId="{04D56FB1-090B-4548-BC86-D531E97986C1}" dt="2025-12-17T16:06:40.662" v="184" actId="1076"/>
        <pc:sldMkLst>
          <pc:docMk/>
          <pc:sldMk cId="4098664080" sldId="261"/>
        </pc:sldMkLst>
        <pc:spChg chg="del">
          <ac:chgData name="Akshay Rathod" userId="8a891901104b4ed1" providerId="LiveId" clId="{04D56FB1-090B-4548-BC86-D531E97986C1}" dt="2025-12-17T15:50:58.302" v="36"/>
          <ac:spMkLst>
            <pc:docMk/>
            <pc:sldMk cId="4098664080" sldId="261"/>
            <ac:spMk id="2" creationId="{E7C9CDFF-C46C-CE1B-24BE-C2CB7DDFBC8A}"/>
          </ac:spMkLst>
        </pc:spChg>
        <pc:spChg chg="del">
          <ac:chgData name="Akshay Rathod" userId="8a891901104b4ed1" providerId="LiveId" clId="{04D56FB1-090B-4548-BC86-D531E97986C1}" dt="2025-12-17T15:51:28.646" v="39"/>
          <ac:spMkLst>
            <pc:docMk/>
            <pc:sldMk cId="4098664080" sldId="261"/>
            <ac:spMk id="3" creationId="{6D4FF1D3-EDD3-756B-034D-644AB37A32EE}"/>
          </ac:spMkLst>
        </pc:spChg>
        <pc:spChg chg="add mod">
          <ac:chgData name="Akshay Rathod" userId="8a891901104b4ed1" providerId="LiveId" clId="{04D56FB1-090B-4548-BC86-D531E97986C1}" dt="2025-12-17T16:06:40.662" v="184" actId="1076"/>
          <ac:spMkLst>
            <pc:docMk/>
            <pc:sldMk cId="4098664080" sldId="261"/>
            <ac:spMk id="4" creationId="{BAD7C75A-4F3E-B575-2259-0E2724506836}"/>
          </ac:spMkLst>
        </pc:spChg>
        <pc:spChg chg="add mod">
          <ac:chgData name="Akshay Rathod" userId="8a891901104b4ed1" providerId="LiveId" clId="{04D56FB1-090B-4548-BC86-D531E97986C1}" dt="2025-12-17T16:05:13.864" v="170" actId="12"/>
          <ac:spMkLst>
            <pc:docMk/>
            <pc:sldMk cId="4098664080" sldId="261"/>
            <ac:spMk id="5" creationId="{17359FA5-0467-F765-9219-87A92EE217D6}"/>
          </ac:spMkLst>
        </pc:spChg>
        <pc:spChg chg="add mod">
          <ac:chgData name="Akshay Rathod" userId="8a891901104b4ed1" providerId="LiveId" clId="{04D56FB1-090B-4548-BC86-D531E97986C1}" dt="2025-12-17T16:06:29.924" v="183" actId="12"/>
          <ac:spMkLst>
            <pc:docMk/>
            <pc:sldMk cId="4098664080" sldId="261"/>
            <ac:spMk id="6" creationId="{4471D54A-7C75-E13D-47F8-436D69687A26}"/>
          </ac:spMkLst>
        </pc:spChg>
      </pc:sldChg>
      <pc:sldChg chg="addSp delSp modSp new mod">
        <pc:chgData name="Akshay Rathod" userId="8a891901104b4ed1" providerId="LiveId" clId="{04D56FB1-090B-4548-BC86-D531E97986C1}" dt="2025-12-17T17:34:22.810" v="434" actId="20577"/>
        <pc:sldMkLst>
          <pc:docMk/>
          <pc:sldMk cId="4290005939" sldId="262"/>
        </pc:sldMkLst>
        <pc:spChg chg="del">
          <ac:chgData name="Akshay Rathod" userId="8a891901104b4ed1" providerId="LiveId" clId="{04D56FB1-090B-4548-BC86-D531E97986C1}" dt="2025-12-17T15:52:30.440" v="47"/>
          <ac:spMkLst>
            <pc:docMk/>
            <pc:sldMk cId="4290005939" sldId="262"/>
            <ac:spMk id="2" creationId="{5848D0AB-29A5-F659-6405-556040FDBC91}"/>
          </ac:spMkLst>
        </pc:spChg>
        <pc:spChg chg="add mod">
          <ac:chgData name="Akshay Rathod" userId="8a891901104b4ed1" providerId="LiveId" clId="{04D56FB1-090B-4548-BC86-D531E97986C1}" dt="2025-12-17T17:33:17.339" v="423"/>
          <ac:spMkLst>
            <pc:docMk/>
            <pc:sldMk cId="4290005939" sldId="262"/>
            <ac:spMk id="2" creationId="{8B9BABEA-D15C-0DE1-10C5-B93D2534EC95}"/>
          </ac:spMkLst>
        </pc:spChg>
        <pc:spChg chg="del">
          <ac:chgData name="Akshay Rathod" userId="8a891901104b4ed1" providerId="LiveId" clId="{04D56FB1-090B-4548-BC86-D531E97986C1}" dt="2025-12-17T15:52:58.074" v="50"/>
          <ac:spMkLst>
            <pc:docMk/>
            <pc:sldMk cId="4290005939" sldId="262"/>
            <ac:spMk id="3" creationId="{66B5C048-2AE4-3334-39B9-CD8CA776F4BC}"/>
          </ac:spMkLst>
        </pc:spChg>
        <pc:spChg chg="add mod">
          <ac:chgData name="Akshay Rathod" userId="8a891901104b4ed1" providerId="LiveId" clId="{04D56FB1-090B-4548-BC86-D531E97986C1}" dt="2025-12-17T15:52:39.629" v="49" actId="1076"/>
          <ac:spMkLst>
            <pc:docMk/>
            <pc:sldMk cId="4290005939" sldId="262"/>
            <ac:spMk id="4" creationId="{98FBCCF7-6501-021A-CE6B-3F6CEDD56B1B}"/>
          </ac:spMkLst>
        </pc:spChg>
        <pc:spChg chg="add del mod">
          <ac:chgData name="Akshay Rathod" userId="8a891901104b4ed1" providerId="LiveId" clId="{04D56FB1-090B-4548-BC86-D531E97986C1}" dt="2025-12-17T17:34:22.810" v="434" actId="20577"/>
          <ac:spMkLst>
            <pc:docMk/>
            <pc:sldMk cId="4290005939" sldId="262"/>
            <ac:spMk id="5" creationId="{764A6E60-93C2-A05B-540E-792B34A83488}"/>
          </ac:spMkLst>
        </pc:spChg>
      </pc:sldChg>
      <pc:sldChg chg="addSp delSp modSp new mod">
        <pc:chgData name="Akshay Rathod" userId="8a891901104b4ed1" providerId="LiveId" clId="{04D56FB1-090B-4548-BC86-D531E97986C1}" dt="2025-12-17T17:32:35.785" v="416" actId="12"/>
        <pc:sldMkLst>
          <pc:docMk/>
          <pc:sldMk cId="2327928166" sldId="263"/>
        </pc:sldMkLst>
        <pc:spChg chg="add del mod">
          <ac:chgData name="Akshay Rathod" userId="8a891901104b4ed1" providerId="LiveId" clId="{04D56FB1-090B-4548-BC86-D531E97986C1}" dt="2025-12-17T17:31:02.439" v="397"/>
          <ac:spMkLst>
            <pc:docMk/>
            <pc:sldMk cId="2327928166" sldId="263"/>
            <ac:spMk id="2" creationId="{448D413A-07F6-36FD-6783-88A484458343}"/>
          </ac:spMkLst>
        </pc:spChg>
        <pc:spChg chg="del">
          <ac:chgData name="Akshay Rathod" userId="8a891901104b4ed1" providerId="LiveId" clId="{04D56FB1-090B-4548-BC86-D531E97986C1}" dt="2025-12-17T15:53:49.111" v="57"/>
          <ac:spMkLst>
            <pc:docMk/>
            <pc:sldMk cId="2327928166" sldId="263"/>
            <ac:spMk id="2" creationId="{E9ED5B61-5F88-846C-4DE2-318B57933222}"/>
          </ac:spMkLst>
        </pc:spChg>
        <pc:spChg chg="del">
          <ac:chgData name="Akshay Rathod" userId="8a891901104b4ed1" providerId="LiveId" clId="{04D56FB1-090B-4548-BC86-D531E97986C1}" dt="2025-12-17T15:54:17.022" v="59"/>
          <ac:spMkLst>
            <pc:docMk/>
            <pc:sldMk cId="2327928166" sldId="263"/>
            <ac:spMk id="3" creationId="{37ED4CB2-0076-FBE4-060A-D0A8446BE17B}"/>
          </ac:spMkLst>
        </pc:spChg>
        <pc:spChg chg="add del mod">
          <ac:chgData name="Akshay Rathod" userId="8a891901104b4ed1" providerId="LiveId" clId="{04D56FB1-090B-4548-BC86-D531E97986C1}" dt="2025-12-17T17:32:35.785" v="416" actId="12"/>
          <ac:spMkLst>
            <pc:docMk/>
            <pc:sldMk cId="2327928166" sldId="263"/>
            <ac:spMk id="3" creationId="{A9593A6F-1B62-F8BE-6598-C585EF3A19F7}"/>
          </ac:spMkLst>
        </pc:spChg>
        <pc:spChg chg="add mod">
          <ac:chgData name="Akshay Rathod" userId="8a891901104b4ed1" providerId="LiveId" clId="{04D56FB1-090B-4548-BC86-D531E97986C1}" dt="2025-12-17T16:13:23.295" v="264" actId="20577"/>
          <ac:spMkLst>
            <pc:docMk/>
            <pc:sldMk cId="2327928166" sldId="263"/>
            <ac:spMk id="4" creationId="{8CDFEC95-95B9-5CF0-B182-70BE811E9E09}"/>
          </ac:spMkLst>
        </pc:spChg>
        <pc:spChg chg="add del mod">
          <ac:chgData name="Akshay Rathod" userId="8a891901104b4ed1" providerId="LiveId" clId="{04D56FB1-090B-4548-BC86-D531E97986C1}" dt="2025-12-17T17:31:06.112" v="398"/>
          <ac:spMkLst>
            <pc:docMk/>
            <pc:sldMk cId="2327928166" sldId="263"/>
            <ac:spMk id="5" creationId="{8B3D4A28-3DB8-75A3-6405-E93D74FC67CD}"/>
          </ac:spMkLst>
        </pc:spChg>
        <pc:spChg chg="add mod">
          <ac:chgData name="Akshay Rathod" userId="8a891901104b4ed1" providerId="LiveId" clId="{04D56FB1-090B-4548-BC86-D531E97986C1}" dt="2025-12-17T17:31:41.256" v="404"/>
          <ac:spMkLst>
            <pc:docMk/>
            <pc:sldMk cId="2327928166" sldId="263"/>
            <ac:spMk id="6" creationId="{650CF10B-99F6-72A0-A6A4-666E2EC523D8}"/>
          </ac:spMkLst>
        </pc:spChg>
        <pc:spChg chg="add mod">
          <ac:chgData name="Akshay Rathod" userId="8a891901104b4ed1" providerId="LiveId" clId="{04D56FB1-090B-4548-BC86-D531E97986C1}" dt="2025-12-17T17:31:49.199" v="408"/>
          <ac:spMkLst>
            <pc:docMk/>
            <pc:sldMk cId="2327928166" sldId="263"/>
            <ac:spMk id="7" creationId="{45A107A8-6BCC-0913-E906-EA91A70EF3CA}"/>
          </ac:spMkLst>
        </pc:spChg>
        <pc:picChg chg="add del mod">
          <ac:chgData name="Akshay Rathod" userId="8a891901104b4ed1" providerId="LiveId" clId="{04D56FB1-090B-4548-BC86-D531E97986C1}" dt="2025-12-17T16:16:29.196" v="267" actId="478"/>
          <ac:picMkLst>
            <pc:docMk/>
            <pc:sldMk cId="2327928166" sldId="263"/>
            <ac:picMk id="7" creationId="{ED2E6DB4-8986-2613-44FC-DCBAFD48BB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88755-05B4-4396-A9C0-9DD9C4C5615D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C29FB-AD7D-410B-B79E-041D0D8F9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8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56EB-E8AA-E21E-0DE6-BD459AF06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7E2ED-74B8-F8F7-26B2-A43ACECD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E47D-E699-F824-3B67-005989FB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EAB5-0EF8-F1CC-6357-738B8958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101A-EFA4-C36B-CC3B-CD1F05F6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7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88F8-E3E9-47D4-F3A3-DB3CE512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D6C9-0516-9F26-2AF3-6384D97F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37B1-125A-19F9-0457-8DFD91B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BE33A-0D4D-359F-3FA9-D7F9ACA0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CFC5-7FC7-669A-BF73-BF5DBE7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6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0BC8-67B0-ED06-82C8-369B4A71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E0A5-2B87-F375-3D2B-3C3FB9ED5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53D57-DE7A-DE4C-C1DC-4778ADE6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F9CA-0427-6FC9-94E1-51E6307A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B3FA-2281-A230-D7D8-45F734F1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73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EA3A-C0F1-2481-8F0A-D2E31D8B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5FEA9-3B2A-8A70-6A84-552E34EB4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46FD5-F91E-C2AE-C074-627B445B6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17B87-2454-57A7-BD19-A65DD71A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7C5C5-765A-325B-74CF-A2B420F9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30C4C-C0B1-8892-2D0E-0DBDA252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91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219F-0A1F-7CF0-7475-193E11EA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2383D-C319-1D64-7DAA-D1F09AB55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A97D2-801B-487E-55C6-B1ACB972D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9C659-CFB6-3491-F037-4DF3928F6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C4668-7D45-6A3A-C48F-B971A5EFA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470ED-D9DA-89BC-1E3C-2552B743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2B728-0B68-D716-C124-6D9D13B89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D291B-36F5-90D0-0EC4-E335728E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85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8789-8168-6283-48DA-B5E325AA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470D0-2754-393A-8FD9-0AB7F6B1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6FADD-F91E-EA71-8CE4-180E71E9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37E73-34E0-20AC-0AB5-3D6B20CB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95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7A9B0-27C0-CBC4-D08C-6782AEC9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64B0B-1CD8-92C0-62DA-129118BB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66567-284A-A090-D228-AB02FC7E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2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FC12-126F-6A38-EDC1-E3CC8164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52B-1B4E-5C9F-4783-0318DEDD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4F935-09D3-CCFF-F894-202D7CA62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202F5-62A9-6214-3BAF-EC64C8A8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C738B-8645-3CFE-F4E3-65EFB4D7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778F5-E77D-E816-C74F-E611BD0F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27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9DDA-59B2-2AB7-1E0A-4D410A95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A67DA-84E5-FFBE-B666-BC14111B0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841A9-B2F6-46EE-08A2-D89ABD09A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AC784-6D82-5154-0FBE-5C309AAC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560AD-765B-D6CE-6C8E-525F9AA57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0E74B-10B1-B26B-5F4A-A3DED622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9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0DF8-1D9E-198D-8CEB-6D80FD39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C042F-BC21-638B-EE24-0DFF46310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51048-0C06-FA48-0416-51115B24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A3BBA-C566-CFB9-9DE2-9F3B997F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BF6D-F75B-7BF5-77F3-D58FECE7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5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EBEC5-953E-C179-44A5-647206AAB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745FC-533B-82EC-578F-7CF6A61FA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B7B8-C895-DEEE-F1FA-635464D9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E522C-1230-D0BE-5604-291A36F5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7C82-75C4-49E9-2C8C-18C2FA7D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2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B278D9-B559-55A8-B374-7D6B53FF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CB2AA-E55D-36EE-7FD4-C2DF74AEB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4EFB-A140-8F90-38AF-6B61D7EE3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8E1A1-AB5A-4839-B9F5-4F4B639FEF2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4EEAD-05EA-C4B9-838A-B0EEB256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605C0-C4CD-6F45-A87F-0F7973249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46063-C335-4D3B-BE30-32D200148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76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9488877-5733-3F16-FC39-9D8C5ADE65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64601" y="1622138"/>
            <a:ext cx="102627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Shopping Behavior Analysis (2021–2023)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33E52D-251C-1441-5B8B-61C097CDAB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9905" y="2284863"/>
            <a:ext cx="4936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Gender, Age, Category &amp; Payment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3AB52-D9E5-1C3A-B1AF-1E5383DA0F9A}"/>
              </a:ext>
            </a:extLst>
          </p:cNvPr>
          <p:cNvSpPr txBox="1"/>
          <p:nvPr/>
        </p:nvSpPr>
        <p:spPr>
          <a:xfrm>
            <a:off x="7848600" y="5380672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 </a:t>
            </a:r>
            <a:r>
              <a:rPr lang="en-US" b="1" dirty="0"/>
              <a:t>Akshay Rathod and Vinayak Chaudhari</a:t>
            </a:r>
          </a:p>
          <a:p>
            <a:r>
              <a:rPr lang="en-US" dirty="0"/>
              <a:t>Project ID:</a:t>
            </a:r>
            <a:r>
              <a:rPr lang="en-US" b="1" dirty="0"/>
              <a:t>PTID-CDA-DEC-25-970</a:t>
            </a:r>
          </a:p>
          <a:p>
            <a:r>
              <a:rPr lang="en-US" dirty="0"/>
              <a:t>Tool Used: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1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1266671-9B3E-2136-ABF1-0E94A64FC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65200" y="363288"/>
            <a:ext cx="25785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6E16E18-D3B6-08C1-6079-E52EB951F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2907240"/>
            <a:ext cx="21082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2E4F397-BAF1-7213-21F7-D844E10F8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5689474"/>
            <a:ext cx="49359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– Data Modeling &amp; Dashboarding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– KPI &amp; Measure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1C4F-2329-6806-60B3-F4DE9D6B2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200" y="1389326"/>
            <a:ext cx="95462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customer shopping behavior across </a:t>
            </a:r>
            <a:r>
              <a:rPr lang="en-US" altLang="en-US" sz="1800" dirty="0">
                <a:latin typeface="Arial" panose="020B0604020202020204" pitchFamily="34" charset="0"/>
              </a:rPr>
              <a:t>gender and age group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shopping distribution by gender and age group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top-performing product categories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payment method preferences and their relationship with customer demographics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derive actionable business insights for decision-making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F6DA7F-A604-31A9-A7C0-1D7D5C4B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021078"/>
            <a:ext cx="27622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of the Project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6DF5A3-83C2-6DCB-EE99-FBCBA324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563" y="3274404"/>
            <a:ext cx="45768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Period: 2021 – 2023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 Shopping malls in Istanbul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includes: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demographics (Gender, Age)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&amp;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Shopping mall locations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B7CB9-DB38-97B5-A1F7-4BA9799360B1}"/>
              </a:ext>
            </a:extLst>
          </p:cNvPr>
          <p:cNvSpPr txBox="1"/>
          <p:nvPr/>
        </p:nvSpPr>
        <p:spPr>
          <a:xfrm>
            <a:off x="965200" y="565225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 </a:t>
            </a:r>
          </a:p>
        </p:txBody>
      </p:sp>
    </p:spTree>
    <p:extLst>
      <p:ext uri="{BB962C8B-B14F-4D97-AF65-F5344CB8AC3E}">
        <p14:creationId xmlns:p14="http://schemas.microsoft.com/office/powerpoint/2010/main" val="174943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F6919E-8D9E-DC1D-CB68-3415D925D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68" y="439029"/>
            <a:ext cx="8206038" cy="4351338"/>
          </a:xfr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7EF5DB2-55DC-AD6A-72E8-33E9DEE5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7172" y="1482122"/>
            <a:ext cx="26191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 Covered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Order Value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Quantity Sold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F6572-9E6C-0A89-9755-E6729311F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90" y="4888132"/>
            <a:ext cx="65774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Focus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business performance using KPIs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Shopping distribution by gender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Shopping distribution by age group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sold and revenue generated across demographics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05B86C-014E-8F8D-C721-966412CDA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0468" y="69697"/>
            <a:ext cx="54555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PAGE 1 – CUSTOMER OVERVIEW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E98C95-F01F-35CF-C9D4-90B1449C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90" y="6358400"/>
            <a:ext cx="115146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page answers gender-wise and age-wise shopping distribution, product sales, and revenue contribution</a:t>
            </a:r>
          </a:p>
        </p:txBody>
      </p:sp>
    </p:spTree>
    <p:extLst>
      <p:ext uri="{BB962C8B-B14F-4D97-AF65-F5344CB8AC3E}">
        <p14:creationId xmlns:p14="http://schemas.microsoft.com/office/powerpoint/2010/main" val="213996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BCE3ED65-D04F-6724-71FD-860F9DCE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3901866"/>
            <a:ext cx="88985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Older customers are more valuable in terms of order size and revenue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043928-5A0F-28C5-C58A-0691AD32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1054752"/>
            <a:ext cx="87318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Shopping distribution shows a slightly higher participation from female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Female customers purchase more products compared to male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Female customers also generate higher total revenue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2A82AA-5775-2B71-63EC-8AD3710CF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2180976"/>
            <a:ext cx="78662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55+ age group contributes the highest revenue and product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Middle-aged and older customers show higher purchasing power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Younger age groups contribute comparatively lower revenue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5F2E68-7482-AA60-8CF8-38E3A6B64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4791759"/>
            <a:ext cx="90396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purchasing behavior varies significantly across gender and age segments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EB43725-DB32-8189-47C2-C77F8860D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90575" y="447007"/>
            <a:ext cx="60882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 – GENDER &amp; AGE ANALYSIS (PAGE 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BB94B-3407-34B0-322F-C9D27C52C103}"/>
              </a:ext>
            </a:extLst>
          </p:cNvPr>
          <p:cNvSpPr txBox="1"/>
          <p:nvPr/>
        </p:nvSpPr>
        <p:spPr>
          <a:xfrm>
            <a:off x="790575" y="239188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 Insights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8DA91-0AFB-9D72-5E81-342CAD9F9FC8}"/>
              </a:ext>
            </a:extLst>
          </p:cNvPr>
          <p:cNvSpPr txBox="1"/>
          <p:nvPr/>
        </p:nvSpPr>
        <p:spPr>
          <a:xfrm>
            <a:off x="790575" y="95994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Gender-based Insights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2B95E-3980-4F9A-6A59-304DA443FCEF}"/>
              </a:ext>
            </a:extLst>
          </p:cNvPr>
          <p:cNvSpPr txBox="1"/>
          <p:nvPr/>
        </p:nvSpPr>
        <p:spPr>
          <a:xfrm>
            <a:off x="790575" y="385570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576A0-72B8-8F26-40B6-3F916F0CFAD1}"/>
              </a:ext>
            </a:extLst>
          </p:cNvPr>
          <p:cNvSpPr txBox="1"/>
          <p:nvPr/>
        </p:nvSpPr>
        <p:spPr>
          <a:xfrm>
            <a:off x="790575" y="474559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 </a:t>
            </a:r>
          </a:p>
        </p:txBody>
      </p:sp>
    </p:spTree>
    <p:extLst>
      <p:ext uri="{BB962C8B-B14F-4D97-AF65-F5344CB8AC3E}">
        <p14:creationId xmlns:p14="http://schemas.microsoft.com/office/powerpoint/2010/main" val="57737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33AE46-EB03-0DF9-B961-F415E92AE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405026"/>
            <a:ext cx="7600950" cy="461327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2491B9F-F59E-69D7-C6F2-821A1DDBB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35694"/>
            <a:ext cx="66996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PAGE 2 – CATEGORY &amp; PAYMENT ANALYSIS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F5D699-B6FA-D976-1098-EDE38777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0" y="818889"/>
            <a:ext cx="39589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by Product Category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Sold by Category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usage by Gender &amp; Age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11849-7BE0-F594-777A-BA781EE1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008087"/>
            <a:ext cx="65389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Focus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performance by revenue and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distribution across gender and age groups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between payment methods and demographics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9C4F6D-F4C2-4960-720F-E1D705754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6458975"/>
            <a:ext cx="10924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page explains category distribution relative to gender and age, and payment method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51164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AD7C75A-4F3E-B575-2259-0E2724506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6233" y="265566"/>
            <a:ext cx="28948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 – PAGE 2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6AA264-1DA0-5B31-A749-DEA068DA1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233" y="883009"/>
            <a:ext cx="80586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 is the highest revenue-generating category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Shoes and Technology are strong secondary contributors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such as Books and Souvenirs contribute relatively less revenue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preference varies across different age groups and genders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CD7479-8CBC-7084-6BAA-9F1D6E0F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33" y="3716443"/>
            <a:ext cx="88986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is the most preferred payment method overall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card usage is high among middle-aged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preferences vary by age group and gender, indicating a clear relationship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8F5131-2D3D-80AC-E25E-AF8F12A6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33" y="5974991"/>
            <a:ext cx="97577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and payment preferences show strong relationships with customer demographics</a:t>
            </a:r>
          </a:p>
        </p:txBody>
      </p:sp>
    </p:spTree>
    <p:extLst>
      <p:ext uri="{BB962C8B-B14F-4D97-AF65-F5344CB8AC3E}">
        <p14:creationId xmlns:p14="http://schemas.microsoft.com/office/powerpoint/2010/main" val="409866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8FBCCF7-6501-021A-CE6B-3F6CEDD56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57502"/>
            <a:ext cx="38223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RECOMMENDATIONS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4A6E60-93C2-A05B-540E-792B34A83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0032" y="1026834"/>
            <a:ext cx="574921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efforts on high-value age groups such as 35+ and 55+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promotions and inventory for top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performing categories like Clothing and Shoes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digital payments by offering incentives for card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demographic-category insights to design targeted marketing campaigns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customer retention through personalized offers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Use insights from category and demographic analysis to improve targeted marketing and promotions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0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CDFEC95-95B9-5CF0-B182-70BE811E9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43240"/>
            <a:ext cx="17363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93A6F-1B62-F8BE-6598-C585EF3A1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5342"/>
            <a:ext cx="593835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Power BI dashboard successfully addresses all 11 business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behavior shows clear variation by gender, age, category, and payment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derived from the dashboard support data-driven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sz="1800" dirty="0">
                <a:latin typeface="Arial" panose="020B0604020202020204" pitchFamily="34" charset="0"/>
              </a:rPr>
              <a:t>dashboard successfully addresses all 11 business questions through interactive visual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792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552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Customer Shopping Behavior Analysis (2021–2023)</vt:lpstr>
      <vt:lpstr>PROJECT OVERVIEW</vt:lpstr>
      <vt:lpstr>DASHBOARD PAGE 1 – CUSTOMER OVERVIEW</vt:lpstr>
      <vt:lpstr>KEY INSIGHTS – GENDER &amp; AGE ANALYSIS (PAGE 1)</vt:lpstr>
      <vt:lpstr>DASHBOARD PAGE 2 – CATEGORY &amp; PAYMENT ANALYSIS</vt:lpstr>
      <vt:lpstr>KEY INSIGHTS – PAGE 2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Rathod</dc:creator>
  <cp:lastModifiedBy>Akshay Rathod</cp:lastModifiedBy>
  <cp:revision>4</cp:revision>
  <dcterms:created xsi:type="dcterms:W3CDTF">2025-12-17T14:39:41Z</dcterms:created>
  <dcterms:modified xsi:type="dcterms:W3CDTF">2025-12-18T07:35:35Z</dcterms:modified>
</cp:coreProperties>
</file>